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 WORK · RANK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Turning a checklist into a game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A63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rank system is the heart of our gamification goal: every completed activity earns XP, and XP unlocks ranks — so progress is something students can see, feel, and chase.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12724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RANK LADDER  ·  DERIVED LIVE FROM XP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456432"/>
            <a:ext cx="5715000" cy="2084832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6118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flipV="1">
            <a:off x="941832" y="3739896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42416" y="3739896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44752" y="35661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803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journey starts here.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0" y="3584448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XP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5B21B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 flipV="1">
            <a:off x="941832" y="4215384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42416" y="4215384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44752" y="4041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Course charted — you know where you're headed.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4059936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 XP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1248" y="45628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5B21B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 flipV="1">
            <a:off x="941832" y="4690872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42416" y="4690872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44752" y="4517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44752" y="4754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career plan is taking shape.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4535424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 XP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41248" y="503834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27000" dist="38100" dir="5400000">
              <a:srgbClr val="5B21B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 flipV="1">
            <a:off x="941832" y="5166360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2416" y="5166360"/>
            <a:ext cx="100584" cy="11887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444752" y="49926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Ready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44752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applications are ready for liftoff.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5010912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700 XP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works: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3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ranks are always derived from XP (never stored), a full-screen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rank-up moment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63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fires once per level, and reset re-runs the whole journey.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502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RANK-UP SCREEN  ·  MY 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896112"/>
            <a:ext cx="4709160" cy="2788920"/>
          </a:xfrm>
          <a:prstGeom prst="roundRect">
            <a:avLst>
              <a:gd name="adj" fmla="val 3279"/>
            </a:avLst>
          </a:prstGeom>
          <a:solidFill>
            <a:srgbClr val="F5F3F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812280" y="1856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RANK-UP CELEBRATION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2176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▽  drop screenshot here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12280" y="3831336"/>
            <a:ext cx="2299716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3831336"/>
            <a:ext cx="2299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Full-screen moment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21724" y="3831336"/>
            <a:ext cx="2299716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9221724" y="3831336"/>
            <a:ext cx="2299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Chevron insignia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12280" y="4251960"/>
            <a:ext cx="2299716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4251960"/>
            <a:ext cx="2299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Animated tier track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221724" y="4251960"/>
            <a:ext cx="2299716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9221724" y="4251960"/>
            <a:ext cx="2299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Fires once / rank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12280" y="4745736"/>
            <a:ext cx="4709160" cy="1545336"/>
          </a:xfrm>
          <a:prstGeom prst="roundRect">
            <a:avLst>
              <a:gd name="adj" fmla="val 5917"/>
            </a:avLst>
          </a:prstGeom>
          <a:solidFill>
            <a:srgbClr val="F5F3F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812280" y="4745736"/>
            <a:ext cx="47091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EXPERIENCE BAR — DASHBOARD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▽  drop screenshot here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2700">
            <a:solidFill>
              <a:srgbClr val="EDE9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Also on me:  </a:t>
            </a:r>
            <a:pPr indent="0" marL="0">
              <a:buNone/>
            </a:pPr>
            <a:r>
              <a:rPr lang="en-US" sz="1150" dirty="0">
                <a:solidFill>
                  <a:srgbClr val="6A63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project scaffold and the LLM integration</a:t>
            </a:r>
            <a:pPr indent="0" marL="0">
              <a:buNone/>
            </a:pPr>
            <a:r>
              <a:rPr lang="en-US" sz="1150" i="1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covered in a later section.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78240" y="6473952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94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Dream College  ·  Rank 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 System &amp; Rank-Up Screen</dc:title>
  <dc:subject>PptxGenJS Presentation</dc:subject>
  <dc:creator>Kevin Cui</dc:creator>
  <cp:lastModifiedBy>Kevin Cui</cp:lastModifiedBy>
  <cp:revision>1</cp:revision>
  <dcterms:created xsi:type="dcterms:W3CDTF">2026-07-09T20:42:10Z</dcterms:created>
  <dcterms:modified xsi:type="dcterms:W3CDTF">2026-07-09T20:42:10Z</dcterms:modified>
</cp:coreProperties>
</file>